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2"/>
  </p:notesMasterIdLst>
  <p:sldIdLst>
    <p:sldId id="256" r:id="rId2"/>
    <p:sldId id="259" r:id="rId3"/>
    <p:sldId id="279" r:id="rId4"/>
    <p:sldId id="258" r:id="rId5"/>
    <p:sldId id="282" r:id="rId6"/>
    <p:sldId id="283" r:id="rId7"/>
    <p:sldId id="261" r:id="rId8"/>
    <p:sldId id="260" r:id="rId9"/>
    <p:sldId id="264" r:id="rId10"/>
    <p:sldId id="274" r:id="rId11"/>
    <p:sldId id="273" r:id="rId12"/>
    <p:sldId id="275" r:id="rId13"/>
    <p:sldId id="276" r:id="rId14"/>
    <p:sldId id="284" r:id="rId15"/>
    <p:sldId id="263" r:id="rId16"/>
    <p:sldId id="285" r:id="rId17"/>
    <p:sldId id="286" r:id="rId18"/>
    <p:sldId id="278" r:id="rId19"/>
    <p:sldId id="287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603" autoAdjust="0"/>
  </p:normalViewPr>
  <p:slideViewPr>
    <p:cSldViewPr snapToGrid="0">
      <p:cViewPr varScale="1">
        <p:scale>
          <a:sx n="53" d="100"/>
          <a:sy n="53" d="100"/>
        </p:scale>
        <p:origin x="7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9F96A-9AA4-4E64-85DE-48A2CC1FD8E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34268-E63D-4A20-83E0-F18EF47AB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645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34268-E63D-4A20-83E0-F18EF47AB5C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89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B14B-B70B-83EA-F95E-843F7414D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16600-CC08-6F4C-0366-BD923B589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7CFC5-B243-233B-DD95-A58A45C6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E52FB-EB16-45FC-71FE-31C070FF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10E10-05D6-3958-E9EC-61F419C0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7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D024-1FE9-3834-0A94-1E98BBEA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F8DF-C482-A465-5650-EF64EC901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0EF60-3CF3-FE75-B2AA-C14CFFE6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E4AA2-503F-C2F1-77DA-B8993F287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86BB2-64A3-C9DD-869B-AA87DFB4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2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92D4D-1E7C-029F-A8FD-C533744BF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2AB39-C047-3719-7807-AEB873EC6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41D36-F54C-DFD9-02B6-75B4EDAE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0A56-ED83-063C-9E09-C722DEC1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96AA6-884A-EADE-A1DF-F0C496B2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CDF6-4C88-EB41-5C6D-4F1B7D4A6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56B93-2CC3-770F-23E1-D0ED38D0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259AE-E766-1187-FEE6-D858F9F3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E2C92-25B8-3911-2DE1-C7BE0388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CAF25-7B61-A943-6E85-11397470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B7D87-4544-7D67-891A-7E195B910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6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7319-9F4D-3ACD-28E2-171D2D6E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9551A-9ECA-5915-30FF-CC30D5EB3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2460E-429A-4161-C530-4B6CD0FA0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60C0D1-A21C-A614-C4D8-2BAB8B65D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ADCF0-EDE3-A607-96D7-533A40F25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EE4E55-7FF3-2872-8E1D-2C7A5C9F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B14D73-F632-3781-A277-F7F792FC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2A8242-7E35-7898-AF12-44C90B4A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2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0459-3C51-9F8D-5878-17B4AA08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38ED6-507A-4F3D-1BF6-F52173357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A556A-09E9-A689-32D0-4CC29D19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82F35-6AD6-02C5-BBC6-B2CCD41E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6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D8435-E1AB-C499-F2C9-00E6BD78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29C93-3A94-EEFF-AADA-8A6D4202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1526F-C4C6-E07B-505F-4DA7002F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6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15B7-6E63-8B2A-C5DB-FE630E9A3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53E51-72B9-7E15-30EE-4A1A1EB6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99EFB-D7DA-EC10-8C8C-C34E4371F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276B6-DD7B-081A-B27F-1EA7AA00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20E5B-6083-0F4A-FE1A-4EAA837F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429AF-6143-C6FB-8B6F-9C8E81FB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1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7E1D8-8E13-B2BA-EB18-4B653DD2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232153-4C83-7488-A438-F91D59692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D95B9-F962-D31D-A4F5-E60495557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02FE3-E1AA-6657-60C2-A26E4560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AF791-62D6-A829-314A-B5492163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3CD7B-4416-68A4-185B-FA50A2832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8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F38C-F4C2-D2D8-9073-8A8523F14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12C1D-20A2-FF09-F678-E677A8603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1E083-A2DE-96BF-7E98-34E11CF1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AFF52-7803-6F33-1380-F6B3F8CBB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6550-E3DB-E528-E81B-A745832A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5EF014-4BD4-547C-148A-7FC402B4A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BCBBB-CD0C-CAD5-784D-52B83FA17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EADDA-2D48-76B5-CEBD-58C52ED5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A19B0-B689-24F5-942B-541A8F6C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B876D-1EA1-A6DB-03A8-24A8211F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1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41799-43E3-13C4-6DB0-523F7B591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9DD68-80F5-4C33-E4A7-4ACB17ECE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F10F0-AEDF-C68B-A992-B45AA6C95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8420A-BAAB-48AF-8863-3E3DE5CFDA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D4FEA-A84E-1828-F5C9-78CBC8F8E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AAF6A-C23B-3DD1-E786-FB4383FC2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8BB1E-EBF5-4A4A-B216-D34695153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3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A5DF5D-1A99-4E32-B2A4-3566F69DC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246B16-F09F-4B3D-83F6-1A1CC4711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33" y="227190"/>
            <a:ext cx="8974666" cy="11809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DB3E95-1EED-4A82-B48E-E37D09123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463" y="288312"/>
            <a:ext cx="10437407" cy="1845734"/>
          </a:xfrm>
        </p:spPr>
        <p:txBody>
          <a:bodyPr>
            <a:normAutofit/>
          </a:bodyPr>
          <a:lstStyle/>
          <a:p>
            <a:pPr algn="ctr"/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B672F-1058-4B6F-B0D9-AF7E403CB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24709"/>
            <a:ext cx="11691257" cy="465258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OF ELECTRONICS AND COMMUNICATION</a:t>
            </a:r>
          </a:p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 POWERED EYE FOR VISUALLY CHALLENGED PEOPLE”</a:t>
            </a:r>
          </a:p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                                                                    PROJECT GUIDE:</a:t>
            </a:r>
          </a:p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CHANDANA M T  [4MO22EC004]                        Miss .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Prashobe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Gowthami K H</a:t>
            </a:r>
          </a:p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MONISHA G B      [4MO22EC013]                        Assistant Professor </a:t>
            </a:r>
          </a:p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SRIKANTH  K R   [4MO22EC024]                        Dept. of ECE,MYCEM</a:t>
            </a:r>
          </a:p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VAISHNAVI  C G  [4MO22EC031]                         Mysore </a:t>
            </a:r>
          </a:p>
          <a:p>
            <a:pPr algn="just"/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11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D589-1C3C-4142-A1CC-7856A492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420" y="609600"/>
            <a:ext cx="7756359" cy="5588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09DDB-FA56-48DF-AC2A-5CE81A04E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5628" y="1558076"/>
            <a:ext cx="8358705" cy="469032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14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C098-7796-B6D6-AC1E-EE8AC8C9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703" y="624110"/>
            <a:ext cx="10164910" cy="89989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04544-D8CA-C400-BDDA-8E854F0C0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1" y="1763486"/>
            <a:ext cx="9654041" cy="414773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eye system designed for visually challenged individuals.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 used as the main processing unit.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 captures real-time images of surroundings.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algorithms perform object, text, and face recognition.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information converted into speech using TTS technology. 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audio feedback to help users navigate safely and independently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20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D589-1C3C-4142-A1CC-7856A492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146" y="494904"/>
            <a:ext cx="7451559" cy="64346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09DDB-FA56-48DF-AC2A-5CE81A04E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576" y="1052623"/>
            <a:ext cx="8596668" cy="446567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around the world are visually challenged and face daily difficulties.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need tools to help them move around and understand their surroundings.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aids like canes and guide dogs have limitations.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 can help by recognizing objects, people, and text.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eye uses a camera and voice to describe what’s around.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003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48D-2AF6-D1C0-F6B4-30001DF7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887" y="624110"/>
            <a:ext cx="10350726" cy="83457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D229D-3669-C7F5-C58D-A270CC18A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1883229"/>
            <a:ext cx="10459583" cy="402799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Visually challenged individuals face difficulty in recognizing surroundings.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portable assistive vision devices.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real-time object and text detection capabilities.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identifying known persons without visual assistance.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compact AI-based solution using Raspberry Pi.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for audio feedback to enhance safe navigation. </a:t>
            </a:r>
          </a:p>
        </p:txBody>
      </p:sp>
    </p:spTree>
    <p:extLst>
      <p:ext uri="{BB962C8B-B14F-4D97-AF65-F5344CB8AC3E}">
        <p14:creationId xmlns:p14="http://schemas.microsoft.com/office/powerpoint/2010/main" val="2901214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90C5-63C0-3AEB-4933-F90A5C19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BA4AB-D023-E95A-8EF4-E7C75A882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Raspberry Pi 4 as Central Processing Unit.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 Camera Module for Real-Time Image Capture.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MobileNetSSD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Object Detection and Recognition.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Tesseract OCR for Text Extraction from Environment.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Face Recognition Module for Identifying Known Individuals.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Detected Information into Speech Using TTS Module.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Audio Output Through Speaker or Headphones for User Assistance</a:t>
            </a:r>
          </a:p>
        </p:txBody>
      </p:sp>
    </p:spTree>
    <p:extLst>
      <p:ext uri="{BB962C8B-B14F-4D97-AF65-F5344CB8AC3E}">
        <p14:creationId xmlns:p14="http://schemas.microsoft.com/office/powerpoint/2010/main" val="2757808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99E5F-11C8-46BB-9D4A-9532966B8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417095"/>
            <a:ext cx="8365008" cy="66574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2C2BB-0CD7-451A-B7DA-3694FE83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7295" y="1308769"/>
            <a:ext cx="9045857" cy="453857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visually challenged people easily understand their surroundings.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nearby objects, text, and faces using a camera.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clear, real-time audio feedback.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 with safe and smooth navigation.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user independence and daily life.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smart ,easy-to-use system.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Google Sans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320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4149-1557-4C87-AF46-C3F4846B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515" y="308102"/>
            <a:ext cx="7694969" cy="673769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0C41F215-B0CA-6AF3-69EA-7F68499B9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559691"/>
              </p:ext>
            </p:extLst>
          </p:nvPr>
        </p:nvGraphicFramePr>
        <p:xfrm>
          <a:off x="563526" y="981871"/>
          <a:ext cx="10897887" cy="573454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20115">
                  <a:extLst>
                    <a:ext uri="{9D8B030D-6E8A-4147-A177-3AD203B41FA5}">
                      <a16:colId xmlns:a16="http://schemas.microsoft.com/office/drawing/2014/main" val="2446638894"/>
                    </a:ext>
                  </a:extLst>
                </a:gridCol>
                <a:gridCol w="1849211">
                  <a:extLst>
                    <a:ext uri="{9D8B030D-6E8A-4147-A177-3AD203B41FA5}">
                      <a16:colId xmlns:a16="http://schemas.microsoft.com/office/drawing/2014/main" val="1713592336"/>
                    </a:ext>
                  </a:extLst>
                </a:gridCol>
                <a:gridCol w="3056834">
                  <a:extLst>
                    <a:ext uri="{9D8B030D-6E8A-4147-A177-3AD203B41FA5}">
                      <a16:colId xmlns:a16="http://schemas.microsoft.com/office/drawing/2014/main" val="3155282094"/>
                    </a:ext>
                  </a:extLst>
                </a:gridCol>
                <a:gridCol w="1079294">
                  <a:extLst>
                    <a:ext uri="{9D8B030D-6E8A-4147-A177-3AD203B41FA5}">
                      <a16:colId xmlns:a16="http://schemas.microsoft.com/office/drawing/2014/main" val="806092405"/>
                    </a:ext>
                  </a:extLst>
                </a:gridCol>
                <a:gridCol w="3492433">
                  <a:extLst>
                    <a:ext uri="{9D8B030D-6E8A-4147-A177-3AD203B41FA5}">
                      <a16:colId xmlns:a16="http://schemas.microsoft.com/office/drawing/2014/main" val="1498774000"/>
                    </a:ext>
                  </a:extLst>
                </a:gridCol>
              </a:tblGrid>
              <a:tr h="612937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</a:t>
                      </a: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356289"/>
                  </a:ext>
                </a:extLst>
              </a:tr>
              <a:tr h="112909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Bharath Kumar T and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shree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Lakshmi 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glasses for the visually impaired using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 proposed wearable smart glasses system that integrates sensor , camera, and audio output to assist visually impaired users.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333075"/>
                  </a:ext>
                </a:extLst>
              </a:tr>
              <a:tr h="89863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Al-Mamun M A And Rahaman M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Blind Aid an intelligent assistant for visually impaired people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presented a vision  based system for blind user using Raspberry pi ,open cv and speech feedback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090259"/>
                  </a:ext>
                </a:extLst>
              </a:tr>
              <a:tr h="1204117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P. N. Shinde, V.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Honmane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V. Jadhav, S. Nigade, and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D.Suryawanshi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Assistive vision technologies for the visually impaired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comprehensive literature survey, ITSI Transactions on Electrical and Electronics Engineering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174703"/>
                  </a:ext>
                </a:extLst>
              </a:tr>
              <a:tr h="81923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S and </a:t>
                      </a:r>
                    </a:p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sahoa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Al-Based wearable Devices for visually impaired people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research implemented wearable system using yolo object detection algorithm and text to speech technology.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54180"/>
                  </a:ext>
                </a:extLst>
              </a:tr>
              <a:tr h="83624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Manirajee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 Q. H. Shariff, and S. M. M. Rashid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Assistive technology for visually impaired individuals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survey highlights current research trends and suggests future directions for developing more user-friendly, reliable, and affordable assistive technologies.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829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220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DBD6-7F59-4084-8121-95A61EC4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928" y="609600"/>
            <a:ext cx="7144871" cy="66886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0A079-F95B-47F0-9CFF-AACC3A4C6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3923" y="1321692"/>
            <a:ext cx="8596668" cy="522348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USB camera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Portable Power Bank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Earphones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3.7 or higher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PyTesseract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OCR engine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Tesseract-OCR binaries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MobileNetSSD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files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libraries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for numerical computations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862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C056-93D5-1F52-0160-458811098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41684"/>
            <a:ext cx="7730171" cy="69783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B63BA-5CBB-4A6D-A2D4-D7C25DA41EA4}"/>
              </a:ext>
            </a:extLst>
          </p:cNvPr>
          <p:cNvSpPr txBox="1"/>
          <p:nvPr/>
        </p:nvSpPr>
        <p:spPr>
          <a:xfrm>
            <a:off x="1564104" y="1339517"/>
            <a:ext cx="98114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Raspberry Pi 4 is a small, credit‑card–sized computer designed to run powerful tasks like AI, image processing, and real‑time applications.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quad‑core processor gives fast performance for running AI tasks.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and USB support allow easy connection of sensors and input devices.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Built‑in Wi‑Fi and Bluetooth enable smooth wireless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RAM options help handle image processing efficiently.</a:t>
            </a:r>
          </a:p>
        </p:txBody>
      </p:sp>
      <p:pic>
        <p:nvPicPr>
          <p:cNvPr id="1026" name="Picture 2" descr="Raspberry Pi 4 Model-B with 4 GB RAM in india - Robosync">
            <a:extLst>
              <a:ext uri="{FF2B5EF4-FFF2-40B4-BE49-F238E27FC236}">
                <a16:creationId xmlns:a16="http://schemas.microsoft.com/office/drawing/2014/main" id="{F5F8355D-AA70-43C7-A2F3-88CC35971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112" y="4480467"/>
            <a:ext cx="3612716" cy="207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527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16D43C5-7373-80B0-950A-6D500474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441158"/>
            <a:ext cx="5053263" cy="67376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CAMERA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0FC64-40D2-E820-7A8A-1031BBF86888}"/>
              </a:ext>
            </a:extLst>
          </p:cNvPr>
          <p:cNvSpPr txBox="1"/>
          <p:nvPr/>
        </p:nvSpPr>
        <p:spPr>
          <a:xfrm>
            <a:off x="1636294" y="1244410"/>
            <a:ext cx="891941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real‑time video input for processing by the Raspberry Pi.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and stable images needed for text, face, and object detection.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connect and power through USB, making the system simple and portable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close-up of a webcam&#10;&#10;AI-generated content may be incorrect.">
            <a:extLst>
              <a:ext uri="{FF2B5EF4-FFF2-40B4-BE49-F238E27FC236}">
                <a16:creationId xmlns:a16="http://schemas.microsoft.com/office/drawing/2014/main" id="{C6285B45-D5FC-AC29-3040-B31191057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578" y="3429000"/>
            <a:ext cx="3113941" cy="233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10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4DB59-48B6-051F-EFA0-81FC0341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7168697" cy="110041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EARPHONES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732C9-E2CA-5752-537A-0DEFB01D532E}"/>
              </a:ext>
            </a:extLst>
          </p:cNvPr>
          <p:cNvSpPr txBox="1"/>
          <p:nvPr/>
        </p:nvSpPr>
        <p:spPr>
          <a:xfrm>
            <a:off x="1965158" y="1443789"/>
            <a:ext cx="8598568" cy="2412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Earphones provide clear real‑time audio feedback to the user based on what the system detects.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allow the user to receive information privately without disturbing others.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Earphones help visually challenged users navigate independently by delivering instant spoken guidance.</a:t>
            </a:r>
          </a:p>
          <a:p>
            <a:pPr algn="just"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black earbuds on a white background&#10;&#10;AI-generated content may be incorrect.">
            <a:extLst>
              <a:ext uri="{FF2B5EF4-FFF2-40B4-BE49-F238E27FC236}">
                <a16:creationId xmlns:a16="http://schemas.microsoft.com/office/drawing/2014/main" id="{07D1CDC2-1FFE-7B9B-E93A-7111AA3ED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236" y="3429000"/>
            <a:ext cx="3074270" cy="307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98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F2AA-DCE2-6F9F-D9DF-F98E13A6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051" y="423584"/>
            <a:ext cx="8911687" cy="80450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055DB-99DA-CE1B-3C40-ACDCF77FF2C1}"/>
              </a:ext>
            </a:extLst>
          </p:cNvPr>
          <p:cNvSpPr txBox="1"/>
          <p:nvPr/>
        </p:nvSpPr>
        <p:spPr>
          <a:xfrm>
            <a:off x="2662989" y="1228090"/>
            <a:ext cx="82697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Using 5V, 3A Battery.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Stable Power for Raspberry Pi 5 and Peripherals.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Reliable Performance for AI and Vision Projects.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Suitable for Mobile Applications</a:t>
            </a:r>
          </a:p>
          <a:p>
            <a:pPr algn="just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EF1B1-F12D-1461-DEB5-FBF3B612E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942" y="3135086"/>
            <a:ext cx="4365171" cy="249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38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2A371-5B8F-BF13-B387-3873C4CB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7AABE46-E6E0-E6C1-9763-D906CED6A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629" y="1825625"/>
            <a:ext cx="7587342" cy="4749346"/>
          </a:xfrm>
        </p:spPr>
      </p:pic>
    </p:spTree>
    <p:extLst>
      <p:ext uri="{BB962C8B-B14F-4D97-AF65-F5344CB8AC3E}">
        <p14:creationId xmlns:p14="http://schemas.microsoft.com/office/powerpoint/2010/main" val="3551836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DDB5-B070-438C-80AC-A4670E97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988" y="619849"/>
            <a:ext cx="8596667" cy="65193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54411-74F0-457E-9AF8-36931CB50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665" y="1295845"/>
            <a:ext cx="9623369" cy="536786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Real-Time Images Using Camera Module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Images on Raspberry Pi 4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Object Detection Using YOLOv5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 Text from Objects Using Tesseract OCR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Audio Feedback via Text-to-Speech Module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Vision and Speech Modules for Real-Time Assistance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and Validate System Performance in Real Environment</a:t>
            </a:r>
          </a:p>
        </p:txBody>
      </p:sp>
    </p:spTree>
    <p:extLst>
      <p:ext uri="{BB962C8B-B14F-4D97-AF65-F5344CB8AC3E}">
        <p14:creationId xmlns:p14="http://schemas.microsoft.com/office/powerpoint/2010/main" val="3755099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F3D8-1415-45F0-95D2-332052C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7557-DACD-4E27-87A0-59E8B6C3A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objects in front of the user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obstacles and supports safe walking.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text aloud (books, signboards, currency, labels).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independence in daily activities.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guidance through audio or vibration.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 faces of family, friends, and others.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Warns about dangers like vehicles or uneven roads.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shopping by identifying products and colors.</a:t>
            </a:r>
          </a:p>
        </p:txBody>
      </p:sp>
    </p:spTree>
    <p:extLst>
      <p:ext uri="{BB962C8B-B14F-4D97-AF65-F5344CB8AC3E}">
        <p14:creationId xmlns:p14="http://schemas.microsoft.com/office/powerpoint/2010/main" val="44039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7236-DB23-4E3A-B98D-7A309586E98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0B517-E857-4E12-89DD-55A7B12D7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– Identifies objects around the user.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Obstacle detection – Alerts about nearby obstacles.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Navigation assistance – Guides the user while walking.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reading (OCR) – Reads printed or written text aloud.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recognition – Helps recognize known people.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Scene description – Gives a short description of the surroundings.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Shopping assistance – Identifies products, labels, and colors.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recognition – Detects and announces currency value.</a:t>
            </a:r>
          </a:p>
        </p:txBody>
      </p:sp>
    </p:spTree>
    <p:extLst>
      <p:ext uri="{BB962C8B-B14F-4D97-AF65-F5344CB8AC3E}">
        <p14:creationId xmlns:p14="http://schemas.microsoft.com/office/powerpoint/2010/main" val="2802459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4782-6C1F-B74C-7BA8-7F40774F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1" y="384624"/>
            <a:ext cx="9188132" cy="103024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53803-4197-AE37-5D86-CD145CA2B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469" y="1665514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77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B5BB-CF3C-4831-9687-A537E6D5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4FBCF-A564-407F-AF6A-541E7C7DF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helps visually challenged people understand their surroundings.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enables accurate object detection, text reading, and obstacle identification.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audio or vibration feedback increases user safety and mobility.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reduces dependence on others and promotes independence.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hardware like Raspberry Pi makes the system affordable and practical.</a:t>
            </a:r>
          </a:p>
        </p:txBody>
      </p:sp>
    </p:spTree>
    <p:extLst>
      <p:ext uri="{BB962C8B-B14F-4D97-AF65-F5344CB8AC3E}">
        <p14:creationId xmlns:p14="http://schemas.microsoft.com/office/powerpoint/2010/main" val="894266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90A7-E83E-45FA-8DE4-E19334BB1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818" y="2165684"/>
            <a:ext cx="9570335" cy="3482474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958016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1928</TotalTime>
  <Words>1108</Words>
  <Application>Microsoft Office PowerPoint</Application>
  <PresentationFormat>Widescreen</PresentationFormat>
  <Paragraphs>166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Google Sans</vt:lpstr>
      <vt:lpstr>Times New Roman</vt:lpstr>
      <vt:lpstr>Wingdings</vt:lpstr>
      <vt:lpstr>Office Theme</vt:lpstr>
      <vt:lpstr>  </vt:lpstr>
      <vt:lpstr>PRESENTATION OVERVIEW</vt:lpstr>
      <vt:lpstr>ABSTRACT</vt:lpstr>
      <vt:lpstr> INTRODUCTION</vt:lpstr>
      <vt:lpstr>PROBLEM STATEMENT</vt:lpstr>
      <vt:lpstr>PROPOSED SOLUTION</vt:lpstr>
      <vt:lpstr>OBJECTIVES</vt:lpstr>
      <vt:lpstr>LITERATURE SURVEY</vt:lpstr>
      <vt:lpstr>HARDWARE REQUIRMENTS</vt:lpstr>
      <vt:lpstr>RASPBERRY PI 4</vt:lpstr>
      <vt:lpstr>USB CAMERA</vt:lpstr>
      <vt:lpstr>EARPHONES</vt:lpstr>
      <vt:lpstr>POWER SUPPLY </vt:lpstr>
      <vt:lpstr>BLOCK DIAGRAM</vt:lpstr>
      <vt:lpstr>WORKING PRINCIPLE</vt:lpstr>
      <vt:lpstr>ADVANTAGES</vt:lpstr>
      <vt:lpstr>APPLICATIONS </vt:lpstr>
      <vt:lpstr>RESULT</vt:lpstr>
      <vt:lpstr>CONCLUSION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Shivanna G M</dc:creator>
  <cp:lastModifiedBy>vaishnavi C G</cp:lastModifiedBy>
  <cp:revision>31</cp:revision>
  <dcterms:created xsi:type="dcterms:W3CDTF">2025-05-28T14:10:11Z</dcterms:created>
  <dcterms:modified xsi:type="dcterms:W3CDTF">2025-12-12T17:00:17Z</dcterms:modified>
</cp:coreProperties>
</file>